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FD8"/>
                </a:solidFill>
              </a:rPr>
              <a:t>IRL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Desain Aliran Data &amp; Tampilan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Dashboard GM - Modul Heat Transfer (Material Ready)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2336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0BFD8"/>
                </a:solidFill>
              </a:rPr>
              <a:t>Rencana Aliran Sistem, Tampilan Antarmuka, dan Logika Metrik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9144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Arsitektur Aliran Data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D8"/>
                </a:solidFill>
              </a:rPr>
              <a:t>Proses penggabungan data dari input hingga visualisasi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474720" cy="41148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474720" cy="54864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1. Pengambilan Data (Input)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185415"/>
            <a:ext cx="109728" cy="10972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103120"/>
            <a:ext cx="2880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Menghubungkan 3 sumber data: Rencana Produksi (APS), Stok Aktual (Engage), Aksesoris (CIUROX).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282696"/>
            <a:ext cx="109728" cy="10972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3200400"/>
            <a:ext cx="2880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RPA otomatis mengunduh laporan secara berkala setiap jam.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379976"/>
            <a:ext cx="109728" cy="10972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4297680"/>
            <a:ext cx="2880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Mengurangi beban kerja tim untuk input data manual.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7680" y="1371600"/>
            <a:ext cx="3474720" cy="41148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80" y="1371600"/>
            <a:ext cx="3474720" cy="54864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9768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2. Pengolahan Data (Process)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2185415"/>
            <a:ext cx="109728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2103120"/>
            <a:ext cx="2880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Menggabungkan data otomatis berdasarkan nomor Order/JO.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80560" y="3282696"/>
            <a:ext cx="109728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8" y="3200400"/>
            <a:ext cx="2880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Menganalisis status kesiapan material secara real-time.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379976"/>
            <a:ext cx="109728" cy="10972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81728" y="4297680"/>
            <a:ext cx="2880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Kalkulasi otomatis target harian (Demand) dan sisa hari kerja.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371600"/>
            <a:ext cx="3474720" cy="41148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138160" y="1371600"/>
            <a:ext cx="3474720" cy="54864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14630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3. Visualisasi Pengguna (Output)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21040" y="2185415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22208" y="2103120"/>
            <a:ext cx="2880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Penyajian informasi dalam satu layar web interaktif (Single Page).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3282696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522208" y="3200400"/>
            <a:ext cx="2880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Tabel prioritas berdasarkan tanggal kirim terdekat.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321040" y="4379976"/>
            <a:ext cx="109728" cy="10972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22208" y="4297680"/>
            <a:ext cx="2880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Grafik perbandingan output aktual vs kapasitas target harian.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2880" y="666597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IRL 4: Desain Database, Struktur Dashboard, Mockup, &amp; Mapping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665976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AA"/>
                </a:solidFill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9144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Manajemen &amp; Penyimpanan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D8"/>
                </a:solidFill>
              </a:rPr>
              <a:t>Rancangan penyimpanan terstruktur untuk performa cepat dan data historis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029200" cy="457200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</a:rPr>
              <a:t>Penyimpanan Data Aktual (Gudang Engage)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02536"/>
            <a:ext cx="109728" cy="10972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20240"/>
            <a:ext cx="4434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Menyimpan log transaksi barang masuk (Inflow) dan keluar (Outflow).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42615"/>
            <a:ext cx="109728" cy="10972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2560320"/>
            <a:ext cx="4434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Pemisahan data aktif dengan arsip masa lalu secara otomatis.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3282696"/>
            <a:ext cx="109728" cy="109728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200400"/>
            <a:ext cx="4434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Menjaga database utama tetap ringan dan responsif.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931920"/>
            <a:ext cx="46634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Informasi Utama Yang Disimpan:
- Tanggal Transaksi
- Nomor Order / Job Order (JO)
- Jumlah Aktual Barang (In/Out)
- Kode Material &amp; Deskripsi Style
- Catatan Status Gerakan Barang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1280160"/>
            <a:ext cx="5760720" cy="210312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7A87"/>
                </a:solidFill>
              </a:rPr>
              <a:t>Rekapitulasi Harian (Optimasi Performa)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192024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Fungsi: Mengonsolidasi data transaksi barang harian agar proses pemuatan grafik performa di dashboard menjadi sangat cepat (kurang dari 1 detik).
Informasi: Tanggal, total barang masuk, total barang keluar, total barang siap.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749039"/>
            <a:ext cx="5760720" cy="2103120"/>
          </a:xfrm>
          <a:prstGeom prst="roundRect">
            <a:avLst/>
          </a:prstGeom>
          <a:solidFill>
            <a:srgbClr val="F4F6F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3931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7D32"/>
                </a:solidFill>
              </a:rPr>
              <a:t>Tren Historis &amp; Snapshot Analisis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4389120"/>
            <a:ext cx="5394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Fungsi: Menyimpan catatan harian performa produksi untuk melihat tren historis dari waktu ke waktu.
Informasi: Tanggal snapshot, kapasitas target harian, realisasi output harian, status backlog (balance).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666597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IRL 4: Desain Database, Struktur Dashboard, Mockup, &amp; Mapping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0" y="6665976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AA"/>
                </a:solidFill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9144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Mockup Tampilan (UI/UX)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D8"/>
                </a:solidFill>
              </a:rPr>
              <a:t>One-Page Dashboard untuk Pemantauan Cepat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88720"/>
            <a:ext cx="9445752" cy="5120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1188720"/>
            <a:ext cx="9445752" cy="4572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2801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Dashboard GM - Material Ready Production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280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00BFD8"/>
                </a:solidFill>
              </a:rPr>
              <a:t>Update: 08:15 WIB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828800"/>
            <a:ext cx="2103120" cy="914400"/>
          </a:xfrm>
          <a:prstGeom prst="roundRect">
            <a:avLst/>
          </a:prstGeom>
          <a:solidFill>
            <a:srgbClr val="2E55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2.840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Total Output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0" y="1828800"/>
            <a:ext cx="2103120" cy="914400"/>
          </a:xfrm>
          <a:prstGeom prst="roundRect">
            <a:avLst/>
          </a:prstGeom>
          <a:solidFill>
            <a:srgbClr val="F57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460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Sisa (Balance)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1828800"/>
            <a:ext cx="2103120" cy="914400"/>
          </a:xfrm>
          <a:prstGeom prst="round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Order Ready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1828800"/>
            <a:ext cx="2103120" cy="914400"/>
          </a:xfrm>
          <a:prstGeom prst="round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9659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285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4231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Demand / Hari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2926080"/>
            <a:ext cx="44805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45920" y="3017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Grafik Demand vs Output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0" y="3657600"/>
            <a:ext cx="3931920" cy="13716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926080"/>
            <a:ext cx="44805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3017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3A5F"/>
                </a:solidFill>
              </a:rPr>
              <a:t>Material Ready (Top Priority)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474720"/>
            <a:ext cx="4297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Order        | Tgl Kirim | Status
---------------------------------
1234567-1  | END AUG   | [READY]
1234568-2  | END AUG   | [READY]
1234569-1  | MID SEP   | [PROSES]
1234570-3  | MID SEP   | [PENDING]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54480" y="5394960"/>
            <a:ext cx="9144000" cy="731520"/>
          </a:xfrm>
          <a:prstGeom prst="roundRect">
            <a:avLst/>
          </a:prstGeom>
          <a:solidFill>
            <a:srgbClr val="FFEBEE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548640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62828"/>
                </a:solidFill>
              </a:rPr>
              <a:t>Management Analytics (Action Plan):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45920" y="576072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- Status: NEED ATTENTION (Output Harian &lt; Demand)
- Saran: Tingkatkan output menjadi 285 pcs/hari untuk capai target.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666597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IRL 4: Desain Database, Struktur Dashboard, Mockup, &amp; Mapping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665976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AA"/>
                </a:solidFill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88952" cy="91440"/>
          </a:xfrm>
          <a:prstGeom prst="rect">
            <a:avLst/>
          </a:prstGeom>
          <a:solidFill>
            <a:srgbClr val="00BF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Kamus Metrik &amp; Logika Perhitungan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FD8"/>
                </a:solidFill>
              </a:rPr>
              <a:t>Bagaimana indikator kinerja dashboard dihitung secara otomatis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Metrik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40" y="1188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Sumber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0" y="11887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Logika Bisnis &amp; Metode Perhitungan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64592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Daftar Order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1645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Rencana Produksi (APS)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16459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Daftar pesanan aktif yang memiliki proses Heat Transfer (HT) pada jadwal kirim terdekat.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86000"/>
            <a:ext cx="11247120" cy="7315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37744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Total 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3774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Aktual Gudang (Engage)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237744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Akumulasi jumlah barang keluar (Outflow) untuk pesanan tersebut di area HT.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017520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108960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Sisa Target (Balance)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77440" y="3108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APS &amp; Engage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10896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Target rencana produksi dikurangi dengan total output yang telah diselesaikan.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49039"/>
            <a:ext cx="11247120" cy="7315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84047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Kesiapan Order (RTL)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77440" y="384047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APS, Engage &amp; CIUROX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0640" y="3840479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Berstatus READY jika material masuk sudah tersedia di area HT &amp; aksesoris pendukung lengkap.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80559"/>
            <a:ext cx="11247120" cy="7315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57199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Beban Harian (Demand)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377440" y="457199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Kalkulasi Sistem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4571999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Sisa target (Balance) dibagi jumlah sisa hari kerja operasional menuju batas tanggal kirim.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212079"/>
            <a:ext cx="11247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30351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7A87"/>
                </a:solidFill>
              </a:rPr>
              <a:t>Prioritas Urutan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77440" y="53035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Logika Pengurutan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0" y="5303519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Diurutkan otomatis dari tanggal pengiriman terdekat, mendahulukan order berstatus READY.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" y="666597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IRL 4: Desain Database, Struktur Dashboard, Mockup, &amp; Mapping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430000" y="6665976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AA"/>
                </a:solidFill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Penyelarasan Desain IRL 4 Selesai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BFD8"/>
                </a:solidFill>
              </a:rPr>
              <a:t>Rencana aliran data, manajemen penyimpanan, dan logika perhitungan metrik siap untuk diintegrasikan ke tahap pengembangan.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56832"/>
            <a:ext cx="12188952" cy="201168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6665976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BCCDD"/>
                </a:solidFill>
              </a:rPr>
              <a:t>IRL 4: Desain Database, Struktur Dashboard, Mockup, &amp; Mapping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0" y="6665976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8899AA"/>
                </a:solidFill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