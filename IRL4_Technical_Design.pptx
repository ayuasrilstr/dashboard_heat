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FD8"/>
                </a:solidFill>
              </a:rPr>
              <a:t>IRL 4</a:t>
            </a:r>
            <a:endParaRPr sz="1600" b="1" i="0">
              <a:solidFill>
                <a:srgbClr val="00BFD8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Technical Design: Database, Struktur, Mockup &amp; Mapping</a:t>
            </a:r>
            <a:endParaRPr sz="3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Dashboard GM - Modul Heat Transfer (Material Ready)</a:t>
            </a:r>
            <a:endParaRPr sz="1600" b="0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FD8"/>
                </a:solidFill>
              </a:rPr>
              <a:t>Dokumen Spesifikasi Teknis untuk Tim IT &amp; Development</a:t>
            </a:r>
            <a:endParaRPr sz="1200" b="0" i="0">
              <a:solidFill>
                <a:srgbClr val="00BFD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914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Struktur Dashboard (CodeIgniter 3)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D8"/>
                </a:solidFill>
              </a:rPr>
              <a:t>Arsitektur MVC - Model, View, Controller</a:t>
            </a:r>
            <a:endParaRPr sz="1100" b="0" i="0">
              <a:solidFill>
                <a:srgbClr val="00BFD8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474720" cy="41148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474720" cy="54864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Controllers (Routing &amp; API)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2185415"/>
            <a:ext cx="109728" cy="10972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103120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Dashboard.php: Hub utama, redirect ke default module.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3008375"/>
            <a:ext cx="109728" cy="10972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926079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Dashboard_base.php: Base class, response JSON formatter.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3831335"/>
            <a:ext cx="109728" cy="10972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749039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Dashboard_heat.php: Mengelola route UI dan API JSON (/api/status, /api/run-download).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474720" cy="41148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1371600"/>
            <a:ext cx="3474720" cy="5486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Models (Business Logic)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80560" y="2185415"/>
            <a:ext cx="109728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210312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Dashboard_model.php: Pusat logika dan pengolahan data.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480560" y="2916935"/>
            <a:ext cx="109728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2834639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Membaca &amp; parsing data Excel (JO.xlsx, CONTROLIST.xlsx).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480560" y="3648455"/>
            <a:ext cx="109728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3566159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Query data Engage dari MySQL.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480560" y="4379975"/>
            <a:ext cx="109728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4297679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Menghitung algoritma kompleks (Balance, RTL, Kapasitas).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138160" y="1371600"/>
            <a:ext cx="3474720" cy="41148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60" y="1371600"/>
            <a:ext cx="347472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Views (Frontend UI)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321040" y="2185415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2103120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heat/index.php: Halaman SPA (Single Page Application).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321040" y="3008375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22208" y="2926079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Vanilla JS, CSS &amp; HTML.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321040" y="3831335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22208" y="3749039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Auto-fetch JSON API secara berkala untuk render grafik &amp; tabel secara Real-Time.</a:t>
            </a:r>
            <a:endParaRPr sz="1200" b="0" i="0">
              <a:solidFill>
                <a:srgbClr val="1A1A2E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666597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IRL 4: Desain Database, Struktur Dashboard, Mockup, &amp; Mapping Data</a:t>
            </a:r>
            <a:endParaRPr sz="750" b="0" i="0">
              <a:solidFill>
                <a:srgbClr val="BBCCDD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430000" y="666597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2 / 6</a:t>
            </a:r>
            <a:endParaRPr sz="750" b="0" i="0">
              <a:solidFill>
                <a:srgbClr val="8899A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914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Desain Database (MySQL)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D8"/>
                </a:solidFill>
              </a:rPr>
              <a:t>Skema penyimpanan data transaksi dan riwayat</a:t>
            </a:r>
            <a:endParaRPr sz="1100" b="0" i="0">
              <a:solidFill>
                <a:srgbClr val="00BFD8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02920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Tabel Transaksi Engage (db_dashboardgm)</a:t>
            </a:r>
            <a:endParaRPr sz="1400" b="1" i="0">
              <a:solidFill>
                <a:srgbClr val="1E3A5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2002536"/>
            <a:ext cx="109728" cy="10972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4434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tb_engage_transactions: Transaksi harian (Inflow/Outflow).</a:t>
            </a:r>
            <a:endParaRPr sz="1100" b="0" i="0">
              <a:solidFill>
                <a:srgbClr val="1A1A2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2551176"/>
            <a:ext cx="109728" cy="10972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468880"/>
            <a:ext cx="4434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tb_engage_archieve: Arsip transaksi masa lampau.</a:t>
            </a:r>
            <a:endParaRPr sz="1100" b="0" i="0">
              <a:solidFill>
                <a:srgbClr val="1A1A2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Kolom Utama:
- id (INT, PK, A-I)
- date (DATE) -&gt; We_datum
- cost_center (VARCHAR) -&gt; JO/Order
- qty (INT) -&gt; Positif(In) / Negatif(Out)
- item_nr (VARCHAR) -&gt; Material
- udef_1 (VARCHAR) -&gt; Style
- udef_3 / udef_4 -&gt; Unique Key
- text (VARCHAR) -&gt; Filter Status</a:t>
            </a:r>
            <a:endParaRPr sz="1000" b="0" i="0">
              <a:solidFill>
                <a:srgbClr val="1A1A2E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0" y="1280160"/>
            <a:ext cx="5760720" cy="210312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87"/>
                </a:solidFill>
              </a:rPr>
              <a:t>engage_daily_history</a:t>
            </a:r>
            <a:endParaRPr sz="1400" b="1" i="0">
              <a:solidFill>
                <a:srgbClr val="007A87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0" y="19202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Fungsi: Menyimpan rekapitulasi harian (In/Out) untuk optimasi kecepatan load grafik dashboard.
Kolom: date, total_input, total_output, total_ready</a:t>
            </a:r>
            <a:endParaRPr sz="1100" b="0" i="0">
              <a:solidFill>
                <a:srgbClr val="1A1A2E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3600" y="3749039"/>
            <a:ext cx="5760720" cy="210312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dashboard_heat_history</a:t>
            </a:r>
            <a:endParaRPr sz="1400" b="1" i="0">
              <a:solidFill>
                <a:srgbClr val="2E7D3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43891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Fungsi: Menyimpan snapshot histori kalkulasi dashboard (seperti tren kapasitas harian).
Kolom: date, capacity_value, qty_output, qty_pdk, balance</a:t>
            </a:r>
            <a:endParaRPr sz="1100" b="0" i="0">
              <a:solidFill>
                <a:srgbClr val="1A1A2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666597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IRL 4: Desain Database, Struktur Dashboard, Mockup, &amp; Mapping Data</a:t>
            </a:r>
            <a:endParaRPr sz="750" b="0" i="0">
              <a:solidFill>
                <a:srgbClr val="BBCCDD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0" y="666597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3 / 6</a:t>
            </a:r>
            <a:endParaRPr sz="750" b="0" i="0">
              <a:solidFill>
                <a:srgbClr val="8899A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914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Mockup Tampilan (UI/UX)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D8"/>
                </a:solidFill>
              </a:rPr>
              <a:t>One-Page Dashboard untuk Pemantauan Cepat</a:t>
            </a:r>
            <a:endParaRPr sz="1100" b="0" i="0">
              <a:solidFill>
                <a:srgbClr val="00BFD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71600" y="1188720"/>
            <a:ext cx="9445752" cy="5120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188720"/>
            <a:ext cx="9445752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Dashboard GM - Material Ready Production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BFD8"/>
                </a:solidFill>
              </a:rPr>
              <a:t>Update: 08:15 WIB</a:t>
            </a:r>
            <a:endParaRPr sz="1000" b="0" i="0">
              <a:solidFill>
                <a:srgbClr val="00BFD8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554480" y="1828800"/>
            <a:ext cx="2103120" cy="914400"/>
          </a:xfrm>
          <a:prstGeom prst="round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2.840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448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Total Output</a:t>
            </a:r>
            <a:endParaRPr sz="1000" b="0" i="0">
              <a:solidFill>
                <a:srgbClr val="FFFFFF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0" y="1828800"/>
            <a:ext cx="2103120" cy="9144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460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4048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Sisa (Balance)</a:t>
            </a:r>
            <a:endParaRPr sz="1000" b="0" i="0">
              <a:solidFill>
                <a:srgbClr val="FFFFFF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26480" y="1828800"/>
            <a:ext cx="210312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12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Order Ready</a:t>
            </a:r>
            <a:endParaRPr sz="1000" b="0" i="0">
              <a:solidFill>
                <a:srgbClr val="FFFFFF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412480" y="1828800"/>
            <a:ext cx="2103120" cy="91440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285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1248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Kapasitas / Hari</a:t>
            </a:r>
            <a:endParaRPr sz="1000" b="0" i="0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554480" y="2926080"/>
            <a:ext cx="44805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Grafik Kapasitas vs Output</a:t>
            </a:r>
            <a:endParaRPr sz="1100" b="1" i="0">
              <a:solidFill>
                <a:srgbClr val="1E3A5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828800" y="3657600"/>
            <a:ext cx="3931920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926080"/>
            <a:ext cx="44805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Material Ready (Top Priority)</a:t>
            </a:r>
            <a:endParaRPr sz="1100" b="1" i="0">
              <a:solidFill>
                <a:srgbClr val="1E3A5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09360" y="3474720"/>
            <a:ext cx="4297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Order        | Tgl Kirim | Status
---------------------------------
1234567-1  | END AUG   | [READY]
1234568-2  | END AUG   | [READY]
1234569-1  | MID SEP   | [PROSES]
1234570-3  | MID SEP   | [PENDING]</a:t>
            </a:r>
            <a:endParaRPr sz="1000" b="0" i="0">
              <a:solidFill>
                <a:srgbClr val="1A1A2E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554480" y="5394960"/>
            <a:ext cx="9144000" cy="73152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548640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Management Analytics (Action Plan):</a:t>
            </a:r>
            <a:endParaRPr sz="1000" b="1" i="0">
              <a:solidFill>
                <a:srgbClr val="C62828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45920" y="57607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- Status: NEED ATTENTION (Output Harian &lt; Kapasitas)
- Saran: Tingkatkan output menjadi 285 pcs/hari untuk capai target.</a:t>
            </a:r>
            <a:endParaRPr sz="900" b="0" i="0">
              <a:solidFill>
                <a:srgbClr val="1A1A2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666597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IRL 4: Desain Database, Struktur Dashboard, Mockup, &amp; Mapping Data</a:t>
            </a:r>
            <a:endParaRPr sz="750" b="0" i="0">
              <a:solidFill>
                <a:srgbClr val="BBCCDD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430000" y="666597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4 / 6</a:t>
            </a:r>
            <a:endParaRPr sz="750" b="0" i="0">
              <a:solidFill>
                <a:srgbClr val="8899A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914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Mapping Data Capture ke Dashboard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D8"/>
                </a:solidFill>
              </a:rPr>
              <a:t>Alur Data: RPA -&gt; Model PHP -&gt; UI Mockup</a:t>
            </a:r>
            <a:endParaRPr sz="1100" b="0" i="0">
              <a:solidFill>
                <a:srgbClr val="00BFD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Metrik UI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7744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Sumber RPA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20640" y="1188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Mapping Logika di Model (PHP)</a:t>
            </a:r>
            <a:endParaRPr sz="1100" b="1" i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45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Daftar Order</a:t>
            </a:r>
            <a:endParaRPr sz="1100" b="1" i="0">
              <a:solidFill>
                <a:srgbClr val="007A87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7744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APS (JO.xlsx)</a:t>
            </a:r>
            <a:endParaRPr sz="1000" b="1" i="0">
              <a:solidFill>
                <a:srgbClr val="1A1A2E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20640" y="1645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Diambil dari periode Delivery terdekat. Rute harus memuat 'HT'.</a:t>
            </a:r>
            <a:endParaRPr sz="1000" b="0" i="0">
              <a:solidFill>
                <a:srgbClr val="1A1A2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Total Output</a:t>
            </a:r>
            <a:endParaRPr sz="1100" b="1" i="0">
              <a:solidFill>
                <a:srgbClr val="007A87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7744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Engage (MySQL)</a:t>
            </a:r>
            <a:endParaRPr sz="1000" b="1" i="0">
              <a:solidFill>
                <a:srgbClr val="1A1A2E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20640" y="23774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SUM(qty) dari tb_engage_transactions dimana qty &lt; 0 (Outflow).</a:t>
            </a:r>
            <a:endParaRPr sz="1000" b="0" i="0">
              <a:solidFill>
                <a:srgbClr val="1A1A2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08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Balance Qty</a:t>
            </a:r>
            <a:endParaRPr sz="1100" b="1" i="0">
              <a:solidFill>
                <a:srgbClr val="007A87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77440" y="3108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APS + Engage</a:t>
            </a:r>
            <a:endParaRPr sz="1000" b="1" i="0">
              <a:solidFill>
                <a:srgbClr val="1A1A2E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20640" y="31089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HEAT TRANSFER Plan Qty (APS) dikurangi Total Output (Engage).</a:t>
            </a:r>
            <a:endParaRPr sz="1000" b="0" i="0">
              <a:solidFill>
                <a:srgbClr val="1A1A2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" y="3749039"/>
            <a:ext cx="11247120" cy="7315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4047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Status Ready (RTL)</a:t>
            </a:r>
            <a:endParaRPr sz="1100" b="1" i="0">
              <a:solidFill>
                <a:srgbClr val="007A87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377440" y="38404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APS + Engage + CIUROX</a:t>
            </a:r>
            <a:endParaRPr sz="1000" b="1" i="0">
              <a:solidFill>
                <a:srgbClr val="1A1A2E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0" y="384047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Order valid (APS) AND (Inflow-Outflow &gt; 0 di Engage) AND Status 'COMPLETED' (CIUROX).</a:t>
            </a:r>
            <a:endParaRPr sz="1000" b="0" i="0">
              <a:solidFill>
                <a:srgbClr val="1A1A2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" y="4480559"/>
            <a:ext cx="11247120" cy="7315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7199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Kapasitas / Hari</a:t>
            </a:r>
            <a:endParaRPr sz="1100" b="1" i="0">
              <a:solidFill>
                <a:srgbClr val="007A87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77440" y="457199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Backend Kalkulasi</a:t>
            </a:r>
            <a:endParaRPr sz="1000" b="1" i="0">
              <a:solidFill>
                <a:srgbClr val="1A1A2E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20640" y="457199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Balance Qty dibagi Hari Kerja Tersisa (Berdasarkan Kalender Dashboard).</a:t>
            </a:r>
            <a:endParaRPr sz="1000" b="0" i="0">
              <a:solidFill>
                <a:srgbClr val="1A1A2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5212079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30351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Prioritas Tabel</a:t>
            </a:r>
            <a:endParaRPr sz="1100" b="1" i="0">
              <a:solidFill>
                <a:srgbClr val="007A87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377440" y="5303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Backend Sorting</a:t>
            </a:r>
            <a:endParaRPr sz="1000" b="1" i="0">
              <a:solidFill>
                <a:srgbClr val="1A1A2E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20640" y="530351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Order diurutkan berdasar Delivery Date ASC (terdekat), lalu filter order Ready.</a:t>
            </a:r>
            <a:endParaRPr sz="1000" b="0" i="0">
              <a:solidFill>
                <a:srgbClr val="1A1A2E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666597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IRL 4: Desain Database, Struktur Dashboard, Mockup, &amp; Mapping Data</a:t>
            </a:r>
            <a:endParaRPr sz="750" b="0" i="0">
              <a:solidFill>
                <a:srgbClr val="BBCCDD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430000" y="666597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5 / 6</a:t>
            </a:r>
            <a:endParaRPr sz="750" b="0" i="0">
              <a:solidFill>
                <a:srgbClr val="8899A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Dokumen IRL 4 Selesai</a:t>
            </a:r>
            <a:endParaRPr sz="4800" b="1" i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FD8"/>
                </a:solidFill>
              </a:rPr>
              <a:t>Spesifikasi Teknis (Database, MVC, Mockup, dan Data Mapping) siap diimplementasikan oleh tim developer.</a:t>
            </a:r>
            <a:endParaRPr sz="1600" b="0" i="0">
              <a:solidFill>
                <a:srgbClr val="00BFD8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6597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IRL 4: Desain Database, Struktur Dashboard, Mockup, &amp; Mapping Data</a:t>
            </a:r>
            <a:endParaRPr sz="750" b="0" i="0">
              <a:solidFill>
                <a:srgbClr val="BBCCDD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66597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6 / 6</a:t>
            </a:r>
            <a:endParaRPr sz="750" b="0" i="0">
              <a:solidFill>
                <a:srgbClr val="8899A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3457</Words>
  <Application>WPS Presentation</Application>
  <PresentationFormat>On-screen Show (4:3)</PresentationFormat>
  <Paragraphs>162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iso ayu</cp:lastModifiedBy>
  <cp:revision>2</cp:revision>
  <dcterms:created xsi:type="dcterms:W3CDTF">2013-01-27T09:14:00Z</dcterms:created>
  <dcterms:modified xsi:type="dcterms:W3CDTF">2026-08-19T08:30:38Z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59FA4A185F11440C83F1245C69731451_12</vt:lpwstr>
  </property>
</Properties>
</file>