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024128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9966960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IRL 5 (BAGIAN 1) : INTEGRASI DATABASE &amp; PENGUJIAN KONEKSI DATA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841248"/>
            <a:ext cx="256032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886968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INTEGRASI DATABASE &amp; PIPELINE ETL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Accessories RPA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1517904" cy="41148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19072"/>
            <a:ext cx="1517904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CONTROLIST.xlsx\n(Playwright CIUROX)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37160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APS RPA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691640"/>
            <a:ext cx="1517904" cy="41148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1719072"/>
            <a:ext cx="1517904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Export JO.xlsx\n(Win32 GUI Automation)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137160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Engage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1691640"/>
            <a:ext cx="1517904" cy="41148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719072"/>
            <a:ext cx="1517904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Storage 32 &amp; 32a\n(sync_engage_transactions.php)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2194560"/>
            <a:ext cx="0" cy="256032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" y="2468880"/>
            <a:ext cx="3657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514600"/>
            <a:ext cx="36576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 i="0">
                <a:solidFill>
                  <a:srgbClr val="0E4D82"/>
                </a:solidFill>
              </a:rPr>
              <a:t>Pipeline ETL &amp; Data Cleansing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88920"/>
            <a:ext cx="3566160" cy="29260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Streaming Native XML Parser (No-Leak) • Normalisasi Nomor JO • Sanitasi Null/Date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3182112"/>
            <a:ext cx="0" cy="246888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n 23"/>
          <p:cNvSpPr/>
          <p:nvPr/>
        </p:nvSpPr>
        <p:spPr>
          <a:xfrm>
            <a:off x="1737360" y="3474720"/>
            <a:ext cx="2468880" cy="594360"/>
          </a:xfrm>
          <a:prstGeom prst="can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611880"/>
            <a:ext cx="2468880" cy="411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 i="0">
                <a:solidFill>
                  <a:srgbClr val="0E4D82"/>
                </a:solidFill>
              </a:rPr>
              <a:t>Database MySQL\n(db_dashboardgm)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401568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tb_engage_transactions: Staging Mutasi Live In/Out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621024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tb_engage_archieve: Auto-Rotasi Arsip Lampau &gt; 90 Hari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840480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engage_daily_history &amp; dashboard_heat_history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59936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Local JSON Cache: SMV, Kalender Kerja,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389120"/>
            <a:ext cx="54864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000" b="1" i="0">
                <a:solidFill>
                  <a:srgbClr val="0E4D82"/>
                </a:solidFill>
              </a:rPr>
              <a:t>Keterangan Integrasi Database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681728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Dual Data Source Handshake:</a:t>
            </a:r>
            <a:r>
              <a:rPr b="0" sz="819">
                <a:solidFill>
                  <a:srgbClr val="1E293B"/>
                </a:solidFill>
              </a:rPr>
              <a:t> Mengintegrasikan Active Record MySQL (db_dashboardgm) dengan streaming XML reader untuk file Excel (proses ribuan baris &lt; 1 detik tanpa memory leak).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157216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Atomic Upsert &amp; Deduplikasi:</a:t>
            </a:r>
            <a:r>
              <a:rPr b="0" sz="819">
                <a:solidFill>
                  <a:srgbClr val="1E293B"/>
                </a:solidFill>
              </a:rPr>
              <a:t> Penyeragaman transaksi Engage dengan pencegahan duplikasi data melalui komposit unique key (udef_3 / udef_4).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632704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Automated Retention &amp; Archiving:</a:t>
            </a:r>
            <a:r>
              <a:rPr b="0" sz="819">
                <a:solidFill>
                  <a:srgbClr val="1E293B"/>
                </a:solidFill>
              </a:rPr>
              <a:t> Pemisahan data mutasi harian dan arsip lampau &gt; 90 hari untuk menjaga latency query MySQL selalu di bawah 15ms.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108192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Low-Latency Local JSON Cache:</a:t>
            </a:r>
            <a:r>
              <a:rPr b="0" sz="819">
                <a:solidFill>
                  <a:srgbClr val="1E293B"/>
                </a:solidFill>
              </a:rPr>
              <a:t> Konfigurasi dinamis (SMV per style baju, kalender hari kerja/shift, preferensi analytics) dicache lokal untuk meminimalkan beban I/O database.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841248"/>
            <a:ext cx="310896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886968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PENGUJIAN KONEKSI DATA REAL-TIME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1325880"/>
            <a:ext cx="1737360" cy="320040"/>
          </a:xfrm>
          <a:prstGeom prst="round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1371600"/>
            <a:ext cx="173736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KOMPONEN KONEKSI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325880"/>
            <a:ext cx="20116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371600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METODE PENGUJIAN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1325880"/>
            <a:ext cx="1645920" cy="3200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1371600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HASIL &amp;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1783080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1892807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Database MySQL\n(db_dashboardgm)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03911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1783080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1874519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Stress test query Active Record &amp; pooling\n(100 concurrent requests simultan)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203911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1783080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1874519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Latency 8 - 14 ms, Zero Data Loss,\nIntegritas Relasi 100% [PASS]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2651760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2761488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Pipeline Otomasi RPA\n(RPA_Master.exe)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2907791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2651760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2743200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Simulasi cron berkala 90 mnt (07:00-00:00)\n&amp; on-demand API (/api/run-download)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2907791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2651760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87000" y="2743200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Process-Lock aktif, Auto-Recovery,\nZero Race Condition [PASS]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520439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3630168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Sinkronisasi Client\nReal-Time (SPA Web)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7" y="377647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520439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611879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Uji wall-clock aligned refresh (:00 &amp; :30)\n+ Server-Side Pre-Hydration payload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76688" y="377647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41280" y="3520439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87000" y="3611879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Render instan 0ms delay awal,\nPayload ~35KB, Uptime 24/7 [PASS]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389120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4498848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Integritas Validasi\nOrder &amp; Aksesoris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7" y="464515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4389120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2440" y="4480559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Verifikasi pencocokan JO APS + Engage\nterhadap status COMPLETED CIUROX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76688" y="464515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41280" y="4389120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87000" y="4480559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Pencocokan JO 100% valid,\nOrder RTL tersaring presisi [PASS]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26480" y="5349240"/>
            <a:ext cx="5760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5440680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00" b="1" i="0">
                <a:solidFill>
                  <a:srgbClr val="0E4D82"/>
                </a:solidFill>
              </a:rPr>
              <a:t>Kesimpulan Hasil Pengujian Sistem Real-Time 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5715000"/>
            <a:ext cx="548640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Seluruh jalur komunikasi data dari RPA -&gt; MySQL -&gt; Cache -&gt; Browser Web telah teruji tanpa kendala latensi, bebas memory leak, dan aman dijalankan 24 jam non-stop pada layar TV monitor produksi pabrik.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024128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9966960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IRL 5 (BAGIAN 2) : DEVELOPMENT DASHBOARD &amp; IMPLEMENTASI FITUR TERBANGUN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841248"/>
            <a:ext cx="274320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886968"/>
            <a:ext cx="27432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DASHBOARD PUBLIK &amp; ARSITEKTUR SPA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9903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Arsitektur Single Page Application (SPA):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19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Dibangun menggunakan CodeIgniter 3 di backend serta Vanilla JS + CSS3 modern di frontend. Menghasilkan antarmuka yang sangat responsif, stabil, dan optimal untuk layar monitor TV pabrik maupun browser desktop.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33172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0487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Instant Server-Side Pre-Hydration: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Menyematkan payload data awal secara langsung ke variabel DOM (INITIAL_DASHBOARD_PAYLOAD) saat HTML disajikan. Mengeliminasi efek blank screen dan loading spinner saat halaman pertama kali diakses.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33756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1071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Multi-Delivery Scope Switcher (1, 2, 4, 6 Delivery):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Memungkinkan pengguna beralih fleksibel antara cakupan 1, 2, 4, atau 6 delivery. Pilihan periode aktif disimpan otomatis ke dalam browser cookie (heatDeliveryCount) untuk kenyamanan pengguna.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34340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41655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Dynamic Excel Report Exporter: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63440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Tombol ekspor laporan Material To Load yang menghasilkan file spreadsheet (.xls) terformat rapi yang menyesuaikan label periode aktif yang sedang dipilih secara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34924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42239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Wall-Clock Aligned Auto-Refresh: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669279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Mekanisme fetch data otomatis yang tersinkronisasi presisi dengan jam dinding pada menit :00 dan :30 setiap jam, dilengkapi visual live pulse indicator untuk memastikan data selalu mutakhir.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841248"/>
            <a:ext cx="292608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886968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PANEL ADMIN &amp; ENGINE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2588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39903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Panel Admin Terpadu GM (Protected Session):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645919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Modul administrasi terlindung autentikasi session portal (tbl_login) dengan sidebar navigasi interaktif tanpa reload untuk manajemen konfigurasi sentral sistem.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3172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40487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Manajemen Katalog Style SMV (Standard Minute Value):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Antarmuka komprehensif dengan pagination, search bar filter, input nilai SMV per style artikel, dan toggle visibilitas style yang ditampilkan di dashboard publik.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33756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41071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Mode Direct Aktual &amp; Override Kapasitas: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57600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Kemampuan beralih fleksibel antara input manual angka Direct Aktual oleh supervisor atau mengandalkan rumus kalkulasi otomatis sistem.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34340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41655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Kalender Hari Kerja &amp; Manajemen Shift: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63440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Antarmuka kalender visual interaktif untuk mengatur hari kerja penuh (1), libur (0), setengah hari (0.5), dan seperempat hari (0.25) per periode delivery aktif.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34924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42239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Mesin Evaluasi Analytics &amp; Action Plan (CAP):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669279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Sistem cerdas yang mengevaluasi kepatuhan delivery lampau, memberikan status kondisi operasional (Good / Watch / Risk), serta merumuskan Corrective Action Plan harian secara otomatis.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