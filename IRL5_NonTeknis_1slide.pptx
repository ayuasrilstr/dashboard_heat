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201168"/>
            <a:ext cx="969264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65176"/>
            <a:ext cx="94183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IRL 5 : DEVELOPMENT DASHBOARD, INTEGRASI DATABASE, SERTA PENGUJIAN KONEKSI DATA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868680"/>
            <a:ext cx="228600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914400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INTEGRASI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Data Aksesoris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Status Kelengkapan\n(Otomatis dari CIUROX)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Rencana Produksi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Target Job Order &amp; Delivery\n(Otomatis dari APS)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35331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399032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Aktual Gudang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1700784"/>
            <a:ext cx="1426464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1728216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Mutasi Masuk &amp; Keluar\n(Otomatis dari Engage)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2194560"/>
            <a:ext cx="0" cy="228600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" y="2450592"/>
            <a:ext cx="3474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487168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1" i="0">
                <a:solidFill>
                  <a:srgbClr val="0E4D82"/>
                </a:solidFill>
              </a:rPr>
              <a:t>Penyelarasan &amp; Pembersihan Data Otomatis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43200"/>
            <a:ext cx="33832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Pencocokan Job Order Antar Sistem • Pencegahan Data Ganda • Validasi Status Ready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" y="3090672"/>
            <a:ext cx="0" cy="219456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n 23"/>
          <p:cNvSpPr/>
          <p:nvPr/>
        </p:nvSpPr>
        <p:spPr>
          <a:xfrm>
            <a:off x="1737360" y="3337560"/>
            <a:ext cx="2286000" cy="530352"/>
          </a:xfrm>
          <a:prstGeom prst="can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456432"/>
            <a:ext cx="22860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 i="0">
                <a:solidFill>
                  <a:srgbClr val="0E4D82"/>
                </a:solidFill>
              </a:rPr>
              <a:t>Pusat Data Terpadu\n(Database Dashboard GM)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Data Transaksi Harian Aktif (Mutasi Hari Berjalan)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93008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Arsip Otomatis (&gt; 90 Hari Agar Sistem Tetap Ringan)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694176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Ringkasan Tren Harian (Output, Input, dan Kesiapan)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895344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- - - - &gt; Pengaturan Target &amp; Kalender (SMV &amp; Hari Libur)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251960"/>
            <a:ext cx="5303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Keterangan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5262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Otomatis Tanpa Input Manual:</a:t>
            </a:r>
            <a:r>
              <a:rPr b="0" sz="780">
                <a:solidFill>
                  <a:srgbClr val="1E293B"/>
                </a:solidFill>
              </a:rPr>
              <a:t> Seluruh data ditarik otomatis dari CIUROX, APS, dan Engage tanpa perlu ada operator yang mengunduh dan menyalin file Excel secara manual.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9834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Data Bebas Duplikasi &amp; Akurat:</a:t>
            </a:r>
            <a:r>
              <a:rPr b="0" sz="780">
                <a:solidFill>
                  <a:srgbClr val="1E293B"/>
                </a:solidFill>
              </a:rPr>
              <a:t> Sistem otomatis menyaring dan mencegah pencatatan ganda pada transaksi mutasi barang sehingga angka di dashboard selalu presisi.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4406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Sistem Tetap Cepat &amp; Ringan:</a:t>
            </a:r>
            <a:r>
              <a:rPr b="0" sz="780">
                <a:solidFill>
                  <a:srgbClr val="1E293B"/>
                </a:solidFill>
              </a:rPr>
              <a:t> Transaksi lama otomatis dipindahkan ke arsip berkala sehingga pembukaan grafik dan tabel harian tetap instan dalam hitungan detik.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89788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00">
                <a:solidFill>
                  <a:srgbClr val="1E293B"/>
                </a:solidFill>
              </a:rPr>
              <a:t>• Penyimpanan Konfigurasi Terpusat:</a:t>
            </a:r>
            <a:r>
              <a:rPr b="0" sz="780">
                <a:solidFill>
                  <a:srgbClr val="1E293B"/>
                </a:solidFill>
              </a:rPr>
              <a:t> Target produksi (SMV), jam kerja, dan hari libur tersimpan aman dan langsung diterapkan pada perhitungan kapasitas harian.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868680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91440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PENGUJIAN KONEKSI DATA REAL-TIME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1325880"/>
            <a:ext cx="1737360" cy="292608"/>
          </a:xfrm>
          <a:prstGeom prst="round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137160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BAGIAN YANG DIUJI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1325880"/>
            <a:ext cx="192024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137160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CARA PENGUJIAN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1325880"/>
            <a:ext cx="1920240" cy="29260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1371600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HASIL &amp; KESIAPAN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1719072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1773936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80" b="1" i="0">
                <a:solidFill>
                  <a:srgbClr val="1E293B"/>
                </a:solidFill>
              </a:rPr>
              <a:t>Kecepatan Akses\nDatabase Pusat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182880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1719072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1773936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Uji kecepatan membaca ribuan baris data transaksi secara serentak.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182880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1719072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1773936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Sangat Cepat (&lt; 1 detik),\nData 100% Utuh &amp; Valid [LULUS]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2286000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2340864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80" b="1" i="0">
                <a:solidFill>
                  <a:srgbClr val="1E293B"/>
                </a:solidFill>
              </a:rPr>
              <a:t>Otomasi Penarikan\nData Berkala (RPA)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7808" y="2395728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2286000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2340864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Uji download data otomatis setiap 1,5 jam dan tombol tarik data manual.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2395728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2286000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2340864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Jadwal berjalan tepat waktu,\nTidak ada sistem macet [LULUS]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2852928"/>
            <a:ext cx="1737360" cy="475488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97880" y="2907792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80" b="1" i="0">
                <a:solidFill>
                  <a:srgbClr val="1E293B"/>
                </a:solidFill>
              </a:rPr>
              <a:t>Pembaruan Layar TV\nSecara Real-Time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7808" y="2962656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2852928"/>
            <a:ext cx="1920240" cy="475488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290779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Uji refresh otomatis (:00 &amp; :30) dan kestabilan menyala 24 jam non-stop.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0928" y="2962656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2852928"/>
            <a:ext cx="1920240" cy="475488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290779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</a:rPr>
              <a:t>Layar tampil seketika (0 jeda),\nAngka otomatis terbarui [LULUS]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3493008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3538728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DEVELOPMENT DASHBOARD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52160" y="391363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Tampilan Interaktif Layar Penuh (TV &amp; PC): Didesain jelas dan nyaman dipantau dari kejauhan di area produksi pabrik maupun di komputer meja.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425196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Layar Langsung Tampil Seketika: Informasi dan grafik langsung muncul saat halaman dibuka, tanpa menunggu lama dan tanpa layar putih kosong.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459028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Pilihan Rentang Target Fleksibel: Pengguna dapat memilih melihat target 1, 2, 4, atau 6 periode delivery secara instan sesuai kebutuhan evaluasi.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4928616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Panel Pengaturan Khusus Admin: Supervisor dapat mengatur nilai target waktu (SMV) per baju, mode Direct Aktual, dan kalender hari libur operasional.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526694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Analisis &amp; Rekomendasi Tindakan Otomatis: Sistem memberi indikator kondisi (Aman / Waspada / Risiko) serta saran tindakan jika target harian belum tercapai.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560527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Unduh Laporan Excel Sekali Klik: Tabel urutan order siap produksi (Ready to Load) dapat langsung diekspor ke file Excel yang rapi kapan saja.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60" y="594360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Pembaruan Otomatis Terjadwal: Layar otomatis memperbarui angka di menit :00 dan :30 setiap jam secara sinkron dengan jam dinding pabrik.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628192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• Pencatatan Riwayat &amp; Keamanan Data: Aktivitas penarikan data tercatat otomatis dalam log sistem untuk memastikan kestabilan informasi 24/7.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